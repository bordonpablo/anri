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rial Narrow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regular.fntdata"/><Relationship Id="rId10" Type="http://schemas.openxmlformats.org/officeDocument/2006/relationships/slide" Target="slides/slide5.xml"/><Relationship Id="rId13" Type="http://schemas.openxmlformats.org/officeDocument/2006/relationships/font" Target="fonts/ArialNarrow-italic.fntdata"/><Relationship Id="rId12" Type="http://schemas.openxmlformats.org/officeDocument/2006/relationships/font" Target="fonts/Arial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ArialNarr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56a968e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56a968e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910b56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7910b56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910b567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7910b567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910b567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7910b567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8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910b567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910b567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Why do we need GIS?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467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GIS (Geographic Information System)</a:t>
            </a: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technology used to visualize, analyze, and manage spatial or geographic data. </a:t>
            </a: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QGIS</a:t>
            </a: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free and open-source GIS software that allows us to create maps, analyze spatial data, and represent georeferenced information.</a:t>
            </a: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going to use QGIS to:</a:t>
            </a: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92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Calibri"/>
              <a:buChar char="●"/>
            </a:pP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GPS points</a:t>
            </a:r>
            <a:b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92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Calibri"/>
              <a:buChar char="●"/>
            </a:pP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measurement profiles (e.g., from fieldwork or lab)</a:t>
            </a:r>
            <a:b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92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Calibri"/>
              <a:buChar char="●"/>
            </a:pP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 and export maps with scale bars, north arrows, and labels</a:t>
            </a:r>
            <a:b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592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Calibri"/>
              <a:buChar char="●"/>
            </a:pPr>
            <a:r>
              <a:rPr lang="es-419" sz="121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spatial data with analysis tools</a:t>
            </a:r>
            <a:endParaRPr sz="12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6575" y="4938900"/>
            <a:ext cx="9144000" cy="2052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Geophysical Methods in Natural Resource Investigation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-2"/>
            <a:ext cx="9144000" cy="31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</a:t>
            </a: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QGIS in the Field and in the Lab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124" y="537912"/>
            <a:ext cx="2872924" cy="100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125" y="1644914"/>
            <a:ext cx="2872925" cy="10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0421" y="2757549"/>
            <a:ext cx="2844118" cy="10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9014" y="3844612"/>
            <a:ext cx="2872926" cy="1033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latin typeface="Calibri"/>
                <a:ea typeface="Calibri"/>
                <a:cs typeface="Calibri"/>
                <a:sym typeface="Calibri"/>
              </a:rPr>
              <a:t>Why map measurement values over a basemap?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-6575" y="4938900"/>
            <a:ext cx="9144000" cy="2052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Geophysical Methods in Natural Resource Investigation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-2"/>
            <a:ext cx="9144000" cy="31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4" title="Praktikum_final_version_closer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25" y="1246650"/>
            <a:ext cx="5114870" cy="361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550" y="3038650"/>
            <a:ext cx="2532575" cy="15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5600300" y="2699925"/>
            <a:ext cx="20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→ conductivity (x)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571475" y="1070917"/>
            <a:ext cx="30000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field measurement (resistivity, conductivity, TMI…) has a geographic location.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those values into QGIS and displaying them over a basemap reveals spatial patterns: which zones are anomalous, where to focus next.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59825" y="957400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 1 — EM/ERT survey, Weisses Lauch</a:t>
            </a:r>
            <a:endParaRPr b="1" sz="115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400">
                <a:latin typeface="Calibri"/>
                <a:ea typeface="Calibri"/>
                <a:cs typeface="Calibri"/>
                <a:sym typeface="Calibri"/>
              </a:rPr>
              <a:t>Why map measurement values over a basemap?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-6575" y="4938900"/>
            <a:ext cx="9144000" cy="2052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Geophysical Methods in Natural Resource Investigation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-2"/>
            <a:ext cx="9144000" cy="31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571475" y="2699925"/>
            <a:ext cx="307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Magnetometer</a:t>
            </a: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Total Magnetic Intensity  (x)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59825" y="957400"/>
            <a:ext cx="33051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 2 — Magnetometry, BTU Campus Nord</a:t>
            </a:r>
            <a:endParaRPr b="1" sz="115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25" y="1422575"/>
            <a:ext cx="5119767" cy="35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Captura de pantalla 2026-04-22 1812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475" y="3114850"/>
            <a:ext cx="2724989" cy="16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5571475" y="1070917"/>
            <a:ext cx="30000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field measurement (resistivity, conductivity, TMI…) has a geographic location.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those values into QGIS and displaying them over a basemap reveals spatial patterns: which zones are anomalous, where to focus next.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400">
                <a:latin typeface="Calibri"/>
                <a:ea typeface="Calibri"/>
                <a:cs typeface="Calibri"/>
                <a:sym typeface="Calibri"/>
              </a:rPr>
              <a:t>Why map measurement values over a basemap?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-6575" y="4938900"/>
            <a:ext cx="9144000" cy="2052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Geophysical Methods in Natural Resource Investigation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0" y="-2"/>
            <a:ext cx="9144000" cy="31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571475" y="2699925"/>
            <a:ext cx="307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Magnetometer → Total Magnetic Intensity  (x)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59825" y="957400"/>
            <a:ext cx="33051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Example 2 — Magnetometry, BTU Campus Nord</a:t>
            </a:r>
            <a:endParaRPr b="1" sz="115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00" y="1422563"/>
            <a:ext cx="4530344" cy="31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Captura de pantalla 2026-04-22 1812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475" y="3114850"/>
            <a:ext cx="2724989" cy="16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5571475" y="1070917"/>
            <a:ext cx="30000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field measurement (resistivity, conductivity, TMI…) has a geographic location.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those values into QGIS and displaying them over a basemap reveals spatial patterns: which zones are anomalous, where to focus next.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150" y="1422563"/>
            <a:ext cx="3537640" cy="31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alibri"/>
                <a:ea typeface="Calibri"/>
                <a:cs typeface="Calibri"/>
                <a:sym typeface="Calibri"/>
              </a:rPr>
              <a:t>Types of GIS 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-6575" y="4938900"/>
            <a:ext cx="9144000" cy="205200"/>
          </a:xfrm>
          <a:prstGeom prst="rect">
            <a:avLst/>
          </a:prstGeom>
          <a:solidFill>
            <a:srgbClr val="EEEC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Geophysical Methods in Natural Resource Investigation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0" y="-2"/>
            <a:ext cx="9144000" cy="31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with QGIS in the Field and in the Lab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7" title="Captura de pantalla 2026-04-22 1838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12" y="1170125"/>
            <a:ext cx="3925799" cy="361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Captura de pantalla 2026-04-22 1838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0959" y="1170125"/>
            <a:ext cx="3941170" cy="36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